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84771" y="2050702"/>
            <a:ext cx="7222308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JusLearn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56730" y="3165127"/>
            <a:ext cx="687838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A Cloud-Based E-Learning Platform Leveraging Core AWS Services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56730" y="3866108"/>
            <a:ext cx="687838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Radhanjan Neelamraju (23BCI0126) | Ramasani Vishwas Sai (23BCI0118)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656730" y="4361408"/>
            <a:ext cx="687838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BCSE355L - Cloud Architecture Design | Supervisor: Dr. Yoganand 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5286375" cy="3438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85987"/>
            <a:ext cx="5286375" cy="34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25765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What is JusLearn?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348037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JusLearn is a prototype web application demonstrating a fundamental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3-Tier Architecture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deployed on Amazon Web Services (AWS).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513808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It allows students to access Computer Science content (OS, DBMS, CN), track their progress, and upload assignments.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5765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Primary Objective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348037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To showcase the practical integration of core AWS components to build a functional, resilient, and database-driven e-learning solution.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4513808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It addresses the challenge of providing a scalable and highly available architecture for educational content.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Abstract: The Project Goal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190750" y="223361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Background: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The E-Learning market is a multi-billion dollar industry. Traditional platforms face challenges in scalability, reliability, and security for specialized technical content.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190750" y="303371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Centralization: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To solve the need for a single, centralized, and accessible hub for core Computer Science subjects (OS, DBMS, CN).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190750" y="383381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Cloud Proficiency: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To create a tangible prototype demonstrating the practical integration of core AWS services: EC2 (Compute), S3 (Storage), and Security Groups (Networking).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190750" y="4633912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Security &amp; Data: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To implement secure practices like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bcrypt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password hashing and provide tools for tracking topic completion through a centralized database.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81237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81337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881437"/>
            <a:ext cx="17784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681537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Introduction &amp; Motivations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9797"/>
            <a:ext cx="5286375" cy="3767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49797"/>
            <a:ext cx="5286375" cy="376788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62025" y="2686050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Functional Scope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2340322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Architectural Scope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43000" y="31803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00150" y="318135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Courses: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Operating Systems, DBMS, &amp; Computer Networks.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143000" y="387185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00150" y="387280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Auth: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Secure Sign Up &amp; Sign In with `bcrypt` hashing.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43000" y="42890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00150" y="4289970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Features: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Video/PDF content delivery, database-driven progress tracking, and assignment uploads.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05625" y="283466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62775" y="2835622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 classic 3-Tier Architecture.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905625" y="325183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62775" y="3252787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Services: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Amazon EC2, Amazon S3, and VPC/Security Groups.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905625" y="394329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962775" y="3944242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Security: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Network access is limited to Port 22 (SSH) and Port 5000 (API).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05625" y="463474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962775" y="4635698"/>
            <a:ext cx="426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Prototype uses SQLite on EC2, architected for future migration to Amazon RDS.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Project Scope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07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System Architecture: 3-Tier Model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25" y="1342800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JusLearn uses a 3-Tier Architecture for security, scalability, and maintenance.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111188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1. Presentation Tier (S3)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901763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Hosts all static files (HTML, CSS, JS) via S3 Static Website Hosting. This is what the user sees.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663763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2. Application Tier (EC2)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324563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Runs the Node.js/Express backend on an EC2 instance. It handles all business logic, API requests, and authentication.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5114551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3. Data Tier (SQLite/RDS)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5673538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 local SQLite database on the EC2's EBS volume provides data persistence for the prototype. Architected for future migration to Amazon RDS.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8550" y="2395594"/>
            <a:ext cx="5080949" cy="29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571500" y="3814762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07968" y="4071937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1. Access S3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4491037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User accesses the Static Website Endpoint URL hosted on Amazon S3.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343888" y="2536626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2. Click 'Login'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407419" y="2955726"/>
            <a:ext cx="254124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Browser downloads HTML/JS. User clicks 'Login' or 'Sign Up'.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179808" y="4071937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3. API Call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243339" y="4491037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JavaScript sends a `fetch` request to the hardcoded EC2 Public IP (e.g., `http://13.60.15.255:5000/api/login`).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015728" y="2049065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4. EC2 Responds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079259" y="2468165"/>
            <a:ext cx="2541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Security Group allows the request on Port 5000. Node.js queries the database and returns a response to the S3 frontend.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746870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582790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418709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0254629" y="3738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21212"/>
          </a:solidFill>
          <a:ln cap="flat" cmpd="sng" w="381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Integration: How S3 and EC2 Connect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3669"/>
            <a:ext cx="342900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13669"/>
            <a:ext cx="342900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13669"/>
            <a:ext cx="3429000" cy="324028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423395" y="3223319"/>
            <a:ext cx="172505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Amazon S3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66775" y="389006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Acts as the Presentation Layer. Hosts all static HTML/JS files and is configured for Static Website Hosting with a public Bucket Policy.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117909" y="3223319"/>
            <a:ext cx="195618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Amazon EC2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676775" y="389006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Acts as the Application Layer. Runs the Node.js/Express backend on a T3.micro instance, handling all business logic and API requests.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1004" y="3223319"/>
            <a:ext cx="248984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Security Groups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86775" y="3890069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Acts as a network firewall for the EC2 instance. Restricts all access except Port 22 (SSH) for admin and Port 5000 (API) for the S3 frontend.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547044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8150" y="2547044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8150" y="2547044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Core AWS Services Used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5129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25129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25129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4558754"/>
            <a:ext cx="342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Fig 8: Index Page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The main landing page (index.html) served from S3, showing the three course cards.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381500" y="4558754"/>
            <a:ext cx="342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Fig 9: Login Page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The login/signup form, which sends API calls directly to the EC2 backend.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191500" y="4558754"/>
            <a:ext cx="3429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Fig 11: Topic Detail View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The dynamic course page showing video, resources, and the assignment upload module.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Demonstration: Application UI</a:t>
            </a:r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350" y="2374175"/>
            <a:ext cx="3348300" cy="188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15693" y="2374175"/>
            <a:ext cx="3347182" cy="188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6350" y="2374175"/>
            <a:ext cx="3348295" cy="18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7862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71500" y="1947862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EC2 &amp; Security Groups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26336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AWS console confirms the EC2 instance is live and running. The associated Security Group (Fig 4) is critical for the project's security.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39290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It acts as a firewall, enforcing the rule that only API traffic on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Port 5000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and admin traffic on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Port 22 (SSH)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are allowed.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49196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This isolates the backend server from all other unwanted network access, fulfilling a core non-functional requirement.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5715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Demonstration: AWS Infrastructure</a:t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-14810"/>
          <a:stretch/>
        </p:blipFill>
        <p:spPr>
          <a:xfrm>
            <a:off x="6334125" y="2164775"/>
            <a:ext cx="5286374" cy="297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Demonstration: Server Status (PM2)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20955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Node.js server is deployed on the EC2 instance and managed by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PM2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30480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PM2 runs the app as a background service, ensuring it stays online even if the SSH terminal is closed.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40005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logs (Fig 6) confirm the server is successfully: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38200" y="46101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52500" y="46101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Running on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Port 5000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38200" y="49149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52500" y="49149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Connected to the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SQLite database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38200" y="52197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952500" y="52197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Seeded all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14 topics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into the database</a:t>
            </a:r>
            <a:endParaRPr/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875" y="1770561"/>
            <a:ext cx="5893849" cy="33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857375" y="1797724"/>
            <a:ext cx="80772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JusLearn successfully demonstrates a functional 3-Tier Web Application on AWS, validating the use of EC2, S3, and Security Groups for a secure and cost-effective cloud solution.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743075" y="5500137"/>
            <a:ext cx="8705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Future Work: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The primary next step is to migrate the prototype's local SQLite database to **Amazon RDS** (Relational Database Service). This will enhance reliability, eliminate the single point of failure in the current data layer, and move the system toward full production resilience.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581150" y="2328862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4081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0334625" y="4614862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4081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295200" y="296729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